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8" r:id="rId2"/>
    <p:sldId id="261" r:id="rId3"/>
    <p:sldId id="267" r:id="rId4"/>
    <p:sldId id="258" r:id="rId5"/>
    <p:sldId id="257" r:id="rId6"/>
    <p:sldId id="266" r:id="rId7"/>
    <p:sldId id="260" r:id="rId8"/>
    <p:sldId id="262"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69" d="100"/>
          <a:sy n="69" d="100"/>
        </p:scale>
        <p:origin x="52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00B3D17C-E018-4A85-8DE4-7C9A6B85869C}" type="datetimeFigureOut">
              <a:rPr lang="en-US" smtClean="0"/>
              <a:t>12/19/2024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194E5A-1D80-48E3-951E-6132FF614059}" type="slidenum">
              <a:rPr lang="en-US" smtClean="0"/>
              <a:t>‹#›</a:t>
            </a:fld>
            <a:endParaRPr lang="en-US"/>
          </a:p>
        </p:txBody>
      </p:sp>
    </p:spTree>
    <p:extLst>
      <p:ext uri="{BB962C8B-B14F-4D97-AF65-F5344CB8AC3E}">
        <p14:creationId xmlns:p14="http://schemas.microsoft.com/office/powerpoint/2010/main" val="40030736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00B3D17C-E018-4A85-8DE4-7C9A6B85869C}" type="datetimeFigureOut">
              <a:rPr lang="en-US" smtClean="0"/>
              <a:t>12/19/2024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194E5A-1D80-48E3-951E-6132FF614059}" type="slidenum">
              <a:rPr lang="en-US" smtClean="0"/>
              <a:t>‹#›</a:t>
            </a:fld>
            <a:endParaRPr lang="en-US"/>
          </a:p>
        </p:txBody>
      </p:sp>
    </p:spTree>
    <p:extLst>
      <p:ext uri="{BB962C8B-B14F-4D97-AF65-F5344CB8AC3E}">
        <p14:creationId xmlns:p14="http://schemas.microsoft.com/office/powerpoint/2010/main" val="38776284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0B3D17C-E018-4A85-8DE4-7C9A6B85869C}" type="datetimeFigureOut">
              <a:rPr lang="en-US" smtClean="0"/>
              <a:t>12/19/2024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194E5A-1D80-48E3-951E-6132FF614059}" type="slidenum">
              <a:rPr lang="en-US" smtClean="0"/>
              <a:t>‹#›</a:t>
            </a:fld>
            <a:endParaRPr lang="en-US"/>
          </a:p>
        </p:txBody>
      </p:sp>
    </p:spTree>
    <p:extLst>
      <p:ext uri="{BB962C8B-B14F-4D97-AF65-F5344CB8AC3E}">
        <p14:creationId xmlns:p14="http://schemas.microsoft.com/office/powerpoint/2010/main" val="22271958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0B3D17C-E018-4A85-8DE4-7C9A6B85869C}" type="datetimeFigureOut">
              <a:rPr lang="en-US" smtClean="0"/>
              <a:t>12/19/2024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0194E5A-1D80-48E3-951E-6132FF614059}" type="slidenum">
              <a:rPr lang="en-US" smtClean="0"/>
              <a:t>‹#›</a:t>
            </a:fld>
            <a:endParaRPr lang="en-US"/>
          </a:p>
        </p:txBody>
      </p:sp>
    </p:spTree>
    <p:extLst>
      <p:ext uri="{BB962C8B-B14F-4D97-AF65-F5344CB8AC3E}">
        <p14:creationId xmlns:p14="http://schemas.microsoft.com/office/powerpoint/2010/main" val="17860293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00B3D17C-E018-4A85-8DE4-7C9A6B85869C}" type="datetimeFigureOut">
              <a:rPr lang="en-US" smtClean="0"/>
              <a:t>12/19/2024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0194E5A-1D80-48E3-951E-6132FF614059}" type="slidenum">
              <a:rPr lang="en-US" smtClean="0"/>
              <a:t>‹#›</a:t>
            </a:fld>
            <a:endParaRPr lang="en-US"/>
          </a:p>
        </p:txBody>
      </p:sp>
    </p:spTree>
    <p:extLst>
      <p:ext uri="{BB962C8B-B14F-4D97-AF65-F5344CB8AC3E}">
        <p14:creationId xmlns:p14="http://schemas.microsoft.com/office/powerpoint/2010/main" val="6517416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00B3D17C-E018-4A85-8DE4-7C9A6B85869C}" type="datetimeFigureOut">
              <a:rPr lang="en-US" smtClean="0"/>
              <a:t>12/19/2024</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F0194E5A-1D80-48E3-951E-6132FF614059}" type="slidenum">
              <a:rPr lang="en-US" smtClean="0"/>
              <a:t>‹#›</a:t>
            </a:fld>
            <a:endParaRPr lang="en-US"/>
          </a:p>
        </p:txBody>
      </p:sp>
    </p:spTree>
    <p:extLst>
      <p:ext uri="{BB962C8B-B14F-4D97-AF65-F5344CB8AC3E}">
        <p14:creationId xmlns:p14="http://schemas.microsoft.com/office/powerpoint/2010/main" val="36590299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00B3D17C-E018-4A85-8DE4-7C9A6B85869C}" type="datetimeFigureOut">
              <a:rPr lang="en-US" smtClean="0"/>
              <a:t>12/19/2024</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F0194E5A-1D80-48E3-951E-6132FF614059}" type="slidenum">
              <a:rPr lang="en-US" smtClean="0"/>
              <a:t>‹#›</a:t>
            </a:fld>
            <a:endParaRPr lang="en-US"/>
          </a:p>
        </p:txBody>
      </p:sp>
    </p:spTree>
    <p:extLst>
      <p:ext uri="{BB962C8B-B14F-4D97-AF65-F5344CB8AC3E}">
        <p14:creationId xmlns:p14="http://schemas.microsoft.com/office/powerpoint/2010/main" val="3045256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7" name="Date Placeholder 4"/>
          <p:cNvSpPr>
            <a:spLocks noGrp="1"/>
          </p:cNvSpPr>
          <p:nvPr>
            <p:ph type="dt" sz="half" idx="10"/>
          </p:nvPr>
        </p:nvSpPr>
        <p:spPr/>
        <p:txBody>
          <a:bodyPr/>
          <a:lstStyle/>
          <a:p>
            <a:fld id="{00B3D17C-E018-4A85-8DE4-7C9A6B85869C}" type="datetimeFigureOut">
              <a:rPr lang="en-US" smtClean="0"/>
              <a:t>12/19/2024</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F0194E5A-1D80-48E3-951E-6132FF614059}" type="slidenum">
              <a:rPr lang="en-US" smtClean="0"/>
              <a:t>‹#›</a:t>
            </a:fld>
            <a:endParaRPr lang="en-US"/>
          </a:p>
        </p:txBody>
      </p:sp>
    </p:spTree>
    <p:extLst>
      <p:ext uri="{BB962C8B-B14F-4D97-AF65-F5344CB8AC3E}">
        <p14:creationId xmlns:p14="http://schemas.microsoft.com/office/powerpoint/2010/main" val="11481457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0B3D17C-E018-4A85-8DE4-7C9A6B85869C}" type="datetimeFigureOut">
              <a:rPr lang="en-US" smtClean="0"/>
              <a:t>12/19/2024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0194E5A-1D80-48E3-951E-6132FF614059}" type="slidenum">
              <a:rPr lang="en-US" smtClean="0"/>
              <a:t>‹#›</a:t>
            </a:fld>
            <a:endParaRPr lang="en-US"/>
          </a:p>
        </p:txBody>
      </p:sp>
    </p:spTree>
    <p:extLst>
      <p:ext uri="{BB962C8B-B14F-4D97-AF65-F5344CB8AC3E}">
        <p14:creationId xmlns:p14="http://schemas.microsoft.com/office/powerpoint/2010/main" val="36429716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0B3D17C-E018-4A85-8DE4-7C9A6B85869C}" type="datetimeFigureOut">
              <a:rPr lang="en-US" smtClean="0"/>
              <a:t>12/19/2024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0194E5A-1D80-48E3-951E-6132FF614059}" type="slidenum">
              <a:rPr lang="en-US" smtClean="0"/>
              <a:t>‹#›</a:t>
            </a:fld>
            <a:endParaRPr lang="en-US"/>
          </a:p>
        </p:txBody>
      </p:sp>
    </p:spTree>
    <p:extLst>
      <p:ext uri="{BB962C8B-B14F-4D97-AF65-F5344CB8AC3E}">
        <p14:creationId xmlns:p14="http://schemas.microsoft.com/office/powerpoint/2010/main" val="13621052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0B3D17C-E018-4A85-8DE4-7C9A6B85869C}" type="datetimeFigureOut">
              <a:rPr lang="en-US" smtClean="0"/>
              <a:t>12/19/2024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194E5A-1D80-48E3-951E-6132FF614059}" type="slidenum">
              <a:rPr lang="en-US" smtClean="0"/>
              <a:t>‹#›</a:t>
            </a:fld>
            <a:endParaRPr lang="en-US"/>
          </a:p>
        </p:txBody>
      </p:sp>
    </p:spTree>
    <p:extLst>
      <p:ext uri="{BB962C8B-B14F-4D97-AF65-F5344CB8AC3E}">
        <p14:creationId xmlns:p14="http://schemas.microsoft.com/office/powerpoint/2010/main" val="42150131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0B3D17C-E018-4A85-8DE4-7C9A6B85869C}" type="datetimeFigureOut">
              <a:rPr lang="en-US" smtClean="0"/>
              <a:t>12/19/2024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194E5A-1D80-48E3-951E-6132FF614059}"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9342260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0B3D17C-E018-4A85-8DE4-7C9A6B85869C}" type="datetimeFigureOut">
              <a:rPr lang="en-US" smtClean="0"/>
              <a:t>12/19/2024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194E5A-1D80-48E3-951E-6132FF614059}" type="slidenum">
              <a:rPr lang="en-US" smtClean="0"/>
              <a:t>‹#›</a:t>
            </a:fld>
            <a:endParaRPr lang="en-US"/>
          </a:p>
        </p:txBody>
      </p:sp>
    </p:spTree>
    <p:extLst>
      <p:ext uri="{BB962C8B-B14F-4D97-AF65-F5344CB8AC3E}">
        <p14:creationId xmlns:p14="http://schemas.microsoft.com/office/powerpoint/2010/main" val="5267218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00B3D17C-E018-4A85-8DE4-7C9A6B85869C}" type="datetimeFigureOut">
              <a:rPr lang="en-US" smtClean="0"/>
              <a:t>12/19/2024</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194E5A-1D80-48E3-951E-6132FF614059}" type="slidenum">
              <a:rPr lang="en-US" smtClean="0"/>
              <a:t>‹#›</a:t>
            </a:fld>
            <a:endParaRPr lang="en-US"/>
          </a:p>
        </p:txBody>
      </p:sp>
    </p:spTree>
    <p:extLst>
      <p:ext uri="{BB962C8B-B14F-4D97-AF65-F5344CB8AC3E}">
        <p14:creationId xmlns:p14="http://schemas.microsoft.com/office/powerpoint/2010/main" val="30558267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00B3D17C-E018-4A85-8DE4-7C9A6B85869C}" type="datetimeFigureOut">
              <a:rPr lang="en-US" smtClean="0"/>
              <a:t>12/19/2024</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194E5A-1D80-48E3-951E-6132FF614059}" type="slidenum">
              <a:rPr lang="en-US" smtClean="0"/>
              <a:t>‹#›</a:t>
            </a:fld>
            <a:endParaRPr lang="en-US"/>
          </a:p>
        </p:txBody>
      </p:sp>
    </p:spTree>
    <p:extLst>
      <p:ext uri="{BB962C8B-B14F-4D97-AF65-F5344CB8AC3E}">
        <p14:creationId xmlns:p14="http://schemas.microsoft.com/office/powerpoint/2010/main" val="10780281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0B3D17C-E018-4A85-8DE4-7C9A6B85869C}" type="datetimeFigureOut">
              <a:rPr lang="en-US" smtClean="0"/>
              <a:t>12/19/2024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194E5A-1D80-48E3-951E-6132FF614059}" type="slidenum">
              <a:rPr lang="en-US" smtClean="0"/>
              <a:t>‹#›</a:t>
            </a:fld>
            <a:endParaRPr lang="en-US"/>
          </a:p>
        </p:txBody>
      </p:sp>
    </p:spTree>
    <p:extLst>
      <p:ext uri="{BB962C8B-B14F-4D97-AF65-F5344CB8AC3E}">
        <p14:creationId xmlns:p14="http://schemas.microsoft.com/office/powerpoint/2010/main" val="31414084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0B3D17C-E018-4A85-8DE4-7C9A6B85869C}" type="datetimeFigureOut">
              <a:rPr lang="en-US" smtClean="0"/>
              <a:t>12/19/2024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194E5A-1D80-48E3-951E-6132FF614059}" type="slidenum">
              <a:rPr lang="en-US" smtClean="0"/>
              <a:t>‹#›</a:t>
            </a:fld>
            <a:endParaRPr lang="en-US"/>
          </a:p>
        </p:txBody>
      </p:sp>
    </p:spTree>
    <p:extLst>
      <p:ext uri="{BB962C8B-B14F-4D97-AF65-F5344CB8AC3E}">
        <p14:creationId xmlns:p14="http://schemas.microsoft.com/office/powerpoint/2010/main" val="33900028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00B3D17C-E018-4A85-8DE4-7C9A6B85869C}" type="datetimeFigureOut">
              <a:rPr lang="en-US" smtClean="0"/>
              <a:t>12/19/2024</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F0194E5A-1D80-48E3-951E-6132FF614059}" type="slidenum">
              <a:rPr lang="en-US" smtClean="0"/>
              <a:t>‹#›</a:t>
            </a:fld>
            <a:endParaRPr lang="en-US"/>
          </a:p>
        </p:txBody>
      </p:sp>
    </p:spTree>
    <p:extLst>
      <p:ext uri="{BB962C8B-B14F-4D97-AF65-F5344CB8AC3E}">
        <p14:creationId xmlns:p14="http://schemas.microsoft.com/office/powerpoint/2010/main" val="256779046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582027"/>
            <a:ext cx="9404723" cy="1400530"/>
          </a:xfrm>
        </p:spPr>
        <p:txBody>
          <a:bodyPr/>
          <a:lstStyle/>
          <a:p>
            <a:r>
              <a:rPr lang="en-US" dirty="0" smtClean="0"/>
              <a:t>                  UNIVERSITY OF RWANDA</a:t>
            </a:r>
            <a:endParaRPr lang="en-US" dirty="0"/>
          </a:p>
        </p:txBody>
      </p:sp>
      <p:sp>
        <p:nvSpPr>
          <p:cNvPr id="3" name="Content Placeholder 2"/>
          <p:cNvSpPr>
            <a:spLocks noGrp="1"/>
          </p:cNvSpPr>
          <p:nvPr>
            <p:ph idx="1"/>
          </p:nvPr>
        </p:nvSpPr>
        <p:spPr/>
        <p:txBody>
          <a:bodyPr/>
          <a:lstStyle/>
          <a:p>
            <a:pPr marL="0" indent="0">
              <a:buNone/>
            </a:pPr>
            <a:endParaRPr lang="en-US" dirty="0" smtClean="0"/>
          </a:p>
          <a:p>
            <a:pPr marL="0" indent="0">
              <a:buNone/>
            </a:pPr>
            <a:r>
              <a:rPr lang="en-US" dirty="0" smtClean="0"/>
              <a:t>NAME: NDAGIJIMANA Bernard</a:t>
            </a:r>
          </a:p>
          <a:p>
            <a:pPr marL="0" indent="0">
              <a:buNone/>
            </a:pPr>
            <a:r>
              <a:rPr lang="en-US" dirty="0" smtClean="0"/>
              <a:t>REG No:223007117</a:t>
            </a:r>
          </a:p>
          <a:p>
            <a:pPr marL="0" indent="0">
              <a:buNone/>
            </a:pPr>
            <a:r>
              <a:rPr lang="en-US" dirty="0" smtClean="0"/>
              <a:t>COLLEGE :CBE</a:t>
            </a:r>
          </a:p>
          <a:p>
            <a:pPr marL="0" indent="0">
              <a:buNone/>
            </a:pPr>
            <a:r>
              <a:rPr lang="en-US" dirty="0" smtClean="0"/>
              <a:t>DEPERTMENT:BIT</a:t>
            </a:r>
          </a:p>
          <a:p>
            <a:pPr marL="0" indent="0">
              <a:buNone/>
            </a:pPr>
            <a:r>
              <a:rPr lang="en-US" dirty="0" smtClean="0"/>
              <a:t>YEAR: BIT LEVEL 2</a:t>
            </a:r>
          </a:p>
          <a:p>
            <a:pPr marL="0" indent="0">
              <a:buNone/>
            </a:pPr>
            <a:r>
              <a:rPr lang="en-US" dirty="0"/>
              <a:t>ASSIGNMENT OF DSA(Data structure &amp;Algorithm</a:t>
            </a:r>
          </a:p>
          <a:p>
            <a:pPr marL="0" indent="0">
              <a:buNone/>
            </a:pPr>
            <a:endParaRPr lang="en-US" dirty="0" smtClean="0"/>
          </a:p>
        </p:txBody>
      </p:sp>
      <p:pic>
        <p:nvPicPr>
          <p:cNvPr id="1034" name="Picture 10" descr="University Of Rwanda Logo - Crystal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6083" y="177655"/>
            <a:ext cx="2135043" cy="21350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44799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Overview of my project “movie theater      booking system”</a:t>
            </a:r>
            <a:endParaRPr lang="en-US" b="1" dirty="0"/>
          </a:p>
        </p:txBody>
      </p:sp>
      <p:sp>
        <p:nvSpPr>
          <p:cNvPr id="3" name="Content Placeholder 2"/>
          <p:cNvSpPr>
            <a:spLocks noGrp="1"/>
          </p:cNvSpPr>
          <p:nvPr>
            <p:ph idx="1"/>
          </p:nvPr>
        </p:nvSpPr>
        <p:spPr/>
        <p:txBody>
          <a:bodyPr/>
          <a:lstStyle/>
          <a:p>
            <a:r>
              <a:rPr lang="en-US" dirty="0" smtClean="0"/>
              <a:t>This is the movie booking system menu if user want to book movies follows this  instruction : </a:t>
            </a:r>
            <a:endParaRPr lang="en-US" dirty="0"/>
          </a:p>
        </p:txBody>
      </p:sp>
      <p:pic>
        <p:nvPicPr>
          <p:cNvPr id="4" name="Picture 3"/>
          <p:cNvPicPr>
            <a:picLocks noChangeAspect="1"/>
          </p:cNvPicPr>
          <p:nvPr/>
        </p:nvPicPr>
        <p:blipFill>
          <a:blip r:embed="rId2"/>
          <a:stretch>
            <a:fillRect/>
          </a:stretch>
        </p:blipFill>
        <p:spPr>
          <a:xfrm>
            <a:off x="3220277" y="2956251"/>
            <a:ext cx="7108465" cy="2840250"/>
          </a:xfrm>
          <a:prstGeom prst="rect">
            <a:avLst/>
          </a:prstGeom>
        </p:spPr>
      </p:pic>
    </p:spTree>
    <p:extLst>
      <p:ext uri="{BB962C8B-B14F-4D97-AF65-F5344CB8AC3E}">
        <p14:creationId xmlns:p14="http://schemas.microsoft.com/office/powerpoint/2010/main" val="1002918371"/>
      </p:ext>
    </p:extLst>
  </p:cSld>
  <p:clrMapOvr>
    <a:masterClrMapping/>
  </p:clrMapOvr>
  <p:transition spd="slow">
    <p:randomBar dir="ver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dirty="0" smtClean="0"/>
              <a:t>   UNIVERSITY OF RWANDA</a:t>
            </a:r>
            <a:endParaRPr lang="en-US" dirty="0"/>
          </a:p>
          <a:p>
            <a:r>
              <a:rPr lang="en-US" dirty="0" smtClean="0"/>
              <a:t>   HUYE-CAMPUS</a:t>
            </a:r>
          </a:p>
          <a:p>
            <a:r>
              <a:rPr lang="en-US" dirty="0"/>
              <a:t> </a:t>
            </a:r>
            <a:r>
              <a:rPr lang="en-US" dirty="0" smtClean="0"/>
              <a:t>  NAME:NDAGIJIMANA BERNARD</a:t>
            </a:r>
          </a:p>
          <a:p>
            <a:r>
              <a:rPr lang="en-US" dirty="0"/>
              <a:t> </a:t>
            </a:r>
            <a:r>
              <a:rPr lang="en-US" dirty="0" smtClean="0"/>
              <a:t>  REG NO:223007117</a:t>
            </a:r>
          </a:p>
          <a:p>
            <a:r>
              <a:rPr lang="en-US" dirty="0" smtClean="0"/>
              <a:t>ASSIGNMENT:    DSA</a:t>
            </a:r>
          </a:p>
          <a:p>
            <a:r>
              <a:rPr lang="en-US" dirty="0" smtClean="0"/>
              <a:t>QUESTIONS: Movie </a:t>
            </a:r>
            <a:r>
              <a:rPr lang="en-US" dirty="0"/>
              <a:t>Theater Booking System: Stack for undoing bookings, queue for ticket requests, and list for available movie screenings</a:t>
            </a:r>
            <a:r>
              <a:rPr lang="en-US" dirty="0" smtClean="0"/>
              <a:t>.</a:t>
            </a:r>
            <a:endParaRPr lang="en-US" dirty="0"/>
          </a:p>
          <a:p>
            <a:r>
              <a:rPr lang="en-US" smtClean="0"/>
              <a:t>=&gt; PRESENTATION  OF MOVIE THEATER BOOKING SYSTEM</a:t>
            </a:r>
            <a:endParaRPr lang="en-US" dirty="0"/>
          </a:p>
        </p:txBody>
      </p:sp>
    </p:spTree>
    <p:extLst>
      <p:ext uri="{BB962C8B-B14F-4D97-AF65-F5344CB8AC3E}">
        <p14:creationId xmlns:p14="http://schemas.microsoft.com/office/powerpoint/2010/main" val="42099366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r>
              <a:rPr lang="en-US" dirty="0" smtClean="0"/>
              <a:t>   </a:t>
            </a:r>
            <a:r>
              <a:rPr lang="en-US" b="1" dirty="0" smtClean="0"/>
              <a:t>IF USER WANT TO SEE AVAILABLE MOVIE</a:t>
            </a:r>
            <a:endParaRPr lang="en-US" b="1" dirty="0"/>
          </a:p>
        </p:txBody>
      </p:sp>
      <p:sp>
        <p:nvSpPr>
          <p:cNvPr id="3" name="Text Placeholder 2"/>
          <p:cNvSpPr>
            <a:spLocks noGrp="1"/>
          </p:cNvSpPr>
          <p:nvPr>
            <p:ph type="body" idx="1"/>
          </p:nvPr>
        </p:nvSpPr>
        <p:spPr/>
        <p:txBody>
          <a:bodyPr/>
          <a:lstStyle/>
          <a:p>
            <a:r>
              <a:rPr lang="en-US" dirty="0" smtClean="0"/>
              <a:t>   </a:t>
            </a:r>
            <a:endParaRPr lang="en-US" dirty="0"/>
          </a:p>
        </p:txBody>
      </p:sp>
      <p:pic>
        <p:nvPicPr>
          <p:cNvPr id="7" name="Content Placeholder 6"/>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24787" y="2576637"/>
            <a:ext cx="5472788" cy="3684588"/>
          </a:xfrm>
        </p:spPr>
      </p:pic>
      <p:sp>
        <p:nvSpPr>
          <p:cNvPr id="5" name="Text Placeholder 4"/>
          <p:cNvSpPr>
            <a:spLocks noGrp="1"/>
          </p:cNvSpPr>
          <p:nvPr>
            <p:ph type="body" sz="quarter" idx="3"/>
          </p:nvPr>
        </p:nvSpPr>
        <p:spPr/>
        <p:txBody>
          <a:bodyPr/>
          <a:lstStyle/>
          <a:p>
            <a:r>
              <a:rPr lang="en-US" dirty="0" smtClean="0"/>
              <a:t>         </a:t>
            </a:r>
            <a:endParaRPr lang="en-US" dirty="0"/>
          </a:p>
        </p:txBody>
      </p:sp>
      <p:sp>
        <p:nvSpPr>
          <p:cNvPr id="6" name="Content Placeholder 5"/>
          <p:cNvSpPr>
            <a:spLocks noGrp="1"/>
          </p:cNvSpPr>
          <p:nvPr>
            <p:ph sz="quarter" idx="4"/>
          </p:nvPr>
        </p:nvSpPr>
        <p:spPr/>
        <p:txBody>
          <a:bodyPr>
            <a:normAutofit/>
          </a:bodyPr>
          <a:lstStyle/>
          <a:p>
            <a:pPr marL="0" indent="0">
              <a:buNone/>
            </a:pPr>
            <a:endParaRPr lang="en-US" b="1" dirty="0"/>
          </a:p>
          <a:p>
            <a:r>
              <a:rPr lang="en-US" dirty="0"/>
              <a:t>If the user selects option 1 to view the list of movies, the system will display all the available movies. This allows the user to see what movies are currently available for booking.</a:t>
            </a:r>
          </a:p>
          <a:p>
            <a:r>
              <a:rPr lang="en-US" dirty="0"/>
              <a:t>If no movies are available, the system will notify the user with a message such as, "No movies are available at the moment."</a:t>
            </a:r>
          </a:p>
          <a:p>
            <a:endParaRPr lang="en-US" dirty="0"/>
          </a:p>
        </p:txBody>
      </p:sp>
    </p:spTree>
    <p:extLst>
      <p:ext uri="{BB962C8B-B14F-4D97-AF65-F5344CB8AC3E}">
        <p14:creationId xmlns:p14="http://schemas.microsoft.com/office/powerpoint/2010/main" val="203939597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 </a:t>
            </a:r>
            <a:r>
              <a:rPr lang="en-US" b="1" dirty="0" smtClean="0"/>
              <a:t>           IF USER WANT TO BOOK MOVIE</a:t>
            </a:r>
            <a:endParaRPr lang="en-US" b="1" dirty="0"/>
          </a:p>
        </p:txBody>
      </p:sp>
      <p:sp>
        <p:nvSpPr>
          <p:cNvPr id="3" name="Text Placeholder 2"/>
          <p:cNvSpPr>
            <a:spLocks noGrp="1"/>
          </p:cNvSpPr>
          <p:nvPr>
            <p:ph type="body" idx="1"/>
          </p:nvPr>
        </p:nvSpPr>
        <p:spPr>
          <a:xfrm>
            <a:off x="839789" y="1681163"/>
            <a:ext cx="5083934" cy="513397"/>
          </a:xfrm>
        </p:spPr>
        <p:txBody>
          <a:bodyPr/>
          <a:lstStyle/>
          <a:p>
            <a:r>
              <a:rPr lang="en-US" dirty="0" smtClean="0"/>
              <a:t>                </a:t>
            </a:r>
            <a:endParaRPr lang="en-US" dirty="0"/>
          </a:p>
        </p:txBody>
      </p:sp>
      <p:pic>
        <p:nvPicPr>
          <p:cNvPr id="7" name="Content Placeholder 6"/>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1" y="2413000"/>
            <a:ext cx="6172201" cy="4330700"/>
          </a:xfrm>
        </p:spPr>
      </p:pic>
      <p:sp>
        <p:nvSpPr>
          <p:cNvPr id="5" name="Text Placeholder 4"/>
          <p:cNvSpPr>
            <a:spLocks noGrp="1"/>
          </p:cNvSpPr>
          <p:nvPr>
            <p:ph type="body" sz="quarter" idx="3"/>
          </p:nvPr>
        </p:nvSpPr>
        <p:spPr>
          <a:xfrm>
            <a:off x="6074797" y="1681163"/>
            <a:ext cx="5280591" cy="394127"/>
          </a:xfrm>
        </p:spPr>
        <p:txBody>
          <a:bodyPr>
            <a:normAutofit fontScale="92500" lnSpcReduction="10000"/>
          </a:bodyPr>
          <a:lstStyle/>
          <a:p>
            <a:r>
              <a:rPr lang="en-US" dirty="0" smtClean="0"/>
              <a:t>        </a:t>
            </a:r>
            <a:endParaRPr lang="en-US" dirty="0"/>
          </a:p>
        </p:txBody>
      </p:sp>
      <p:sp>
        <p:nvSpPr>
          <p:cNvPr id="6" name="Content Placeholder 5"/>
          <p:cNvSpPr>
            <a:spLocks noGrp="1"/>
          </p:cNvSpPr>
          <p:nvPr>
            <p:ph sz="quarter" idx="4"/>
          </p:nvPr>
        </p:nvSpPr>
        <p:spPr>
          <a:xfrm>
            <a:off x="6299200" y="2514600"/>
            <a:ext cx="3751634" cy="3729182"/>
          </a:xfrm>
        </p:spPr>
        <p:txBody>
          <a:bodyPr>
            <a:normAutofit fontScale="92500" lnSpcReduction="20000"/>
          </a:bodyPr>
          <a:lstStyle/>
          <a:p>
            <a:pPr marL="0" indent="0">
              <a:buNone/>
            </a:pPr>
            <a:r>
              <a:rPr lang="en-US" dirty="0"/>
              <a:t>According to the menu of the movie booking system, if the user selects option 2, the system prompts them to enter their name, displays the list of available movies, and allows them to choose a movie to book. Once the booking is complete, a notification appears on the screen confirming the movie name and the exact time of booking. However, if the user enters a movie that does not exist on the list, the system will display a message stating, "Movie doesn't exist on the movie list."</a:t>
            </a:r>
          </a:p>
        </p:txBody>
      </p:sp>
    </p:spTree>
    <p:extLst>
      <p:ext uri="{BB962C8B-B14F-4D97-AF65-F5344CB8AC3E}">
        <p14:creationId xmlns:p14="http://schemas.microsoft.com/office/powerpoint/2010/main" val="170476099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AFTER BOOKING MOVIE</a:t>
            </a:r>
            <a:endParaRPr lang="en-US" dirty="0"/>
          </a:p>
        </p:txBody>
      </p:sp>
      <p:sp>
        <p:nvSpPr>
          <p:cNvPr id="3" name="Content Placeholder 2"/>
          <p:cNvSpPr>
            <a:spLocks noGrp="1"/>
          </p:cNvSpPr>
          <p:nvPr>
            <p:ph sz="half" idx="1"/>
          </p:nvPr>
        </p:nvSpPr>
        <p:spPr/>
        <p:txBody>
          <a:bodyPr/>
          <a:lstStyle/>
          <a:p>
            <a:r>
              <a:rPr lang="en-US" dirty="0"/>
              <a:t>After booking a movie, if the user wants to check their booking, they can select option 6 in the movie booking system. If a movie has been booked, the system will display the details of the booked movie. If no movie has been booked, the system will display a message stating, "There is no movie booked."</a:t>
            </a:r>
          </a:p>
        </p:txBody>
      </p:sp>
      <p:pic>
        <p:nvPicPr>
          <p:cNvPr id="6" name="Content Placeholder 5"/>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676106" y="2336800"/>
            <a:ext cx="4352925" cy="3638550"/>
          </a:xfrm>
        </p:spPr>
      </p:pic>
    </p:spTree>
    <p:extLst>
      <p:ext uri="{BB962C8B-B14F-4D97-AF65-F5344CB8AC3E}">
        <p14:creationId xmlns:p14="http://schemas.microsoft.com/office/powerpoint/2010/main" val="66762680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2</a:t>
            </a:r>
            <a:r>
              <a:rPr lang="en-US" b="1" baseline="30000" dirty="0" smtClean="0"/>
              <a:t>nd</a:t>
            </a:r>
            <a:r>
              <a:rPr lang="en-US" b="1" dirty="0" smtClean="0"/>
              <a:t> choice of user</a:t>
            </a:r>
            <a:endParaRPr lang="en-US" b="1" dirty="0"/>
          </a:p>
        </p:txBody>
      </p:sp>
      <p:pic>
        <p:nvPicPr>
          <p:cNvPr id="7" name="Content Placeholder 6"/>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103313" y="2268480"/>
            <a:ext cx="4395787" cy="3779952"/>
          </a:xfrm>
        </p:spPr>
      </p:pic>
      <p:sp>
        <p:nvSpPr>
          <p:cNvPr id="6" name="Content Placeholder 5"/>
          <p:cNvSpPr>
            <a:spLocks noGrp="1"/>
          </p:cNvSpPr>
          <p:nvPr>
            <p:ph sz="half" idx="2"/>
          </p:nvPr>
        </p:nvSpPr>
        <p:spPr/>
        <p:txBody>
          <a:bodyPr/>
          <a:lstStyle/>
          <a:p>
            <a:r>
              <a:rPr lang="en-US" dirty="0"/>
              <a:t>When another user books a movie, the system will display the booking details, including the customer's name, the movie booked, and the exact time of booking. Additionally, the system will show a short notification on the screen stating, "The movie has been added successfully."</a:t>
            </a:r>
          </a:p>
        </p:txBody>
      </p:sp>
    </p:spTree>
    <p:extLst>
      <p:ext uri="{BB962C8B-B14F-4D97-AF65-F5344CB8AC3E}">
        <p14:creationId xmlns:p14="http://schemas.microsoft.com/office/powerpoint/2010/main" val="412320095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8713" y="891310"/>
            <a:ext cx="4034362" cy="846814"/>
          </a:xfrm>
        </p:spPr>
        <p:txBody>
          <a:bodyPr>
            <a:normAutofit fontScale="90000"/>
          </a:bodyPr>
          <a:lstStyle/>
          <a:p>
            <a:r>
              <a:rPr lang="en-US" dirty="0" smtClean="0"/>
              <a:t> </a:t>
            </a:r>
            <a:r>
              <a:rPr lang="en-US" b="1" dirty="0" smtClean="0"/>
              <a:t>IF USER WANT TO VIEW ALL MOVIE BOOKED</a:t>
            </a:r>
            <a:endParaRPr lang="en-US" b="1" dirty="0"/>
          </a:p>
        </p:txBody>
      </p:sp>
      <p:pic>
        <p:nvPicPr>
          <p:cNvPr id="10" name="Picture Placeholder 9"/>
          <p:cNvPicPr>
            <a:picLocks noGrp="1" noChangeAspect="1"/>
          </p:cNvPicPr>
          <p:nvPr>
            <p:ph type="pic" idx="1"/>
          </p:nvPr>
        </p:nvPicPr>
        <p:blipFill>
          <a:blip r:embed="rId2">
            <a:extLst>
              <a:ext uri="{28A0092B-C50C-407E-A947-70E740481C1C}">
                <a14:useLocalDpi xmlns:a14="http://schemas.microsoft.com/office/drawing/2010/main" val="0"/>
              </a:ext>
            </a:extLst>
          </a:blip>
          <a:srcRect l="13176" r="13176"/>
          <a:stretch>
            <a:fillRect/>
          </a:stretch>
        </p:blipFill>
        <p:spPr/>
      </p:pic>
      <p:sp>
        <p:nvSpPr>
          <p:cNvPr id="4" name="Text Placeholder 3"/>
          <p:cNvSpPr>
            <a:spLocks noGrp="1"/>
          </p:cNvSpPr>
          <p:nvPr>
            <p:ph type="body" sz="half" idx="2"/>
          </p:nvPr>
        </p:nvSpPr>
        <p:spPr>
          <a:xfrm>
            <a:off x="485030" y="2057400"/>
            <a:ext cx="4238045" cy="3500562"/>
          </a:xfrm>
        </p:spPr>
        <p:txBody>
          <a:bodyPr>
            <a:normAutofit fontScale="92500"/>
          </a:bodyPr>
          <a:lstStyle/>
          <a:p>
            <a:r>
              <a:rPr lang="en-US" sz="2400" dirty="0"/>
              <a:t>To see all booked movies, the user can select option 6. If movies have been booked, the system will display a list of all booked movie tickets. If no movies have been booked, the system will notify the user with a message stating, "There is no movie booked."</a:t>
            </a:r>
          </a:p>
        </p:txBody>
      </p:sp>
    </p:spTree>
    <p:extLst>
      <p:ext uri="{BB962C8B-B14F-4D97-AF65-F5344CB8AC3E}">
        <p14:creationId xmlns:p14="http://schemas.microsoft.com/office/powerpoint/2010/main" val="207611618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r>
              <a:rPr lang="en-US" b="1" dirty="0" smtClean="0"/>
              <a:t>UNDO LAST BOOKING MOVIE</a:t>
            </a:r>
            <a:endParaRPr lang="en-US" b="1" dirty="0"/>
          </a:p>
        </p:txBody>
      </p:sp>
      <p:sp>
        <p:nvSpPr>
          <p:cNvPr id="3" name="Content Placeholder 2"/>
          <p:cNvSpPr>
            <a:spLocks noGrp="1"/>
          </p:cNvSpPr>
          <p:nvPr>
            <p:ph sz="half" idx="1"/>
          </p:nvPr>
        </p:nvSpPr>
        <p:spPr/>
        <p:txBody>
          <a:bodyPr>
            <a:normAutofit fontScale="92500" lnSpcReduction="10000"/>
          </a:bodyPr>
          <a:lstStyle/>
          <a:p>
            <a:r>
              <a:rPr lang="en-US" dirty="0"/>
              <a:t>If the user selects option 3, which is </a:t>
            </a:r>
            <a:r>
              <a:rPr lang="en-US" dirty="0" smtClean="0"/>
              <a:t>Undo </a:t>
            </a:r>
            <a:r>
              <a:rPr lang="en-US" dirty="0"/>
              <a:t>Last Booking</a:t>
            </a:r>
            <a:r>
              <a:rPr lang="en-US" dirty="0" smtClean="0"/>
              <a:t>, </a:t>
            </a:r>
            <a:r>
              <a:rPr lang="en-US" dirty="0"/>
              <a:t>the system will perform the following actions:</a:t>
            </a:r>
          </a:p>
          <a:p>
            <a:r>
              <a:rPr lang="en-US" b="1" dirty="0"/>
              <a:t>Check for a Previous Booking</a:t>
            </a:r>
            <a:r>
              <a:rPr lang="en-US" dirty="0"/>
              <a:t>:</a:t>
            </a:r>
          </a:p>
          <a:p>
            <a:pPr lvl="1"/>
            <a:r>
              <a:rPr lang="en-US" dirty="0"/>
              <a:t>If there is a last booking, the system will cancel that booking and remove it from the list of booked movies.</a:t>
            </a:r>
          </a:p>
          <a:p>
            <a:pPr lvl="1"/>
            <a:r>
              <a:rPr lang="en-US" dirty="0"/>
              <a:t>A notification will be displayed confirming, "The last booking has been successfully undone</a:t>
            </a:r>
            <a:r>
              <a:rPr lang="en-US" dirty="0" smtClean="0"/>
              <a:t>.</a:t>
            </a:r>
            <a:endParaRPr lang="en-US" dirty="0"/>
          </a:p>
          <a:p>
            <a:r>
              <a:rPr lang="en-US" b="1" dirty="0"/>
              <a:t>No Booking to Undo</a:t>
            </a:r>
            <a:r>
              <a:rPr lang="en-US" dirty="0"/>
              <a:t>:</a:t>
            </a:r>
          </a:p>
          <a:p>
            <a:pPr lvl="1"/>
            <a:r>
              <a:rPr lang="en-US" dirty="0"/>
              <a:t>If no booking exists to undo, the system will notify the user with a message such as, </a:t>
            </a:r>
            <a:r>
              <a:rPr lang="en-US" dirty="0" smtClean="0"/>
              <a:t>There </a:t>
            </a:r>
            <a:r>
              <a:rPr lang="en-US" dirty="0"/>
              <a:t>is no booking to undo</a:t>
            </a:r>
            <a:r>
              <a:rPr lang="en-US" dirty="0" smtClean="0"/>
              <a:t>.</a:t>
            </a:r>
            <a:endParaRPr lang="en-US" dirty="0"/>
          </a:p>
        </p:txBody>
      </p:sp>
      <p:pic>
        <p:nvPicPr>
          <p:cNvPr id="5" name="Content Placeholder 4"/>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21666" y="1825625"/>
            <a:ext cx="5232133" cy="4351338"/>
          </a:xfrm>
        </p:spPr>
      </p:pic>
    </p:spTree>
    <p:extLst>
      <p:ext uri="{BB962C8B-B14F-4D97-AF65-F5344CB8AC3E}">
        <p14:creationId xmlns:p14="http://schemas.microsoft.com/office/powerpoint/2010/main" val="419225808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EXIT FROM SYSTEM </a:t>
            </a:r>
            <a:endParaRPr lang="en-US" b="1" dirty="0"/>
          </a:p>
        </p:txBody>
      </p:sp>
      <p:sp>
        <p:nvSpPr>
          <p:cNvPr id="3" name="Content Placeholder 2"/>
          <p:cNvSpPr>
            <a:spLocks noGrp="1"/>
          </p:cNvSpPr>
          <p:nvPr>
            <p:ph sz="half" idx="1"/>
          </p:nvPr>
        </p:nvSpPr>
        <p:spPr/>
        <p:txBody>
          <a:bodyPr/>
          <a:lstStyle/>
          <a:p>
            <a:r>
              <a:rPr lang="en-US" dirty="0"/>
              <a:t>When the user selects option 8 to exit, the system will display a message:</a:t>
            </a:r>
            <a:br>
              <a:rPr lang="en-US" dirty="0"/>
            </a:br>
            <a:r>
              <a:rPr lang="en-US" dirty="0"/>
              <a:t>"Thank you for using the Movie Theater Booking System. Goodbye!"</a:t>
            </a:r>
            <a:br>
              <a:rPr lang="en-US" dirty="0"/>
            </a:br>
            <a:r>
              <a:rPr lang="en-US" dirty="0"/>
              <a:t>Then, the system will exit.</a:t>
            </a:r>
          </a:p>
        </p:txBody>
      </p:sp>
      <p:sp>
        <p:nvSpPr>
          <p:cNvPr id="4" name="Content Placeholder 3"/>
          <p:cNvSpPr>
            <a:spLocks noGrp="1"/>
          </p:cNvSpPr>
          <p:nvPr>
            <p:ph sz="half" idx="2"/>
          </p:nvPr>
        </p:nvSpPr>
        <p:spPr/>
        <p:txBody>
          <a:bodyPr/>
          <a:lstStyle/>
          <a:p>
            <a:pPr marL="0" indent="0">
              <a:buNone/>
            </a:pPr>
            <a:r>
              <a:rPr lang="en-US" dirty="0" smtClean="0"/>
              <a:t>Exit from system</a:t>
            </a:r>
            <a:endParaRPr lang="en-US" dirty="0"/>
          </a:p>
        </p:txBody>
      </p:sp>
      <p:pic>
        <p:nvPicPr>
          <p:cNvPr id="5" name="Picture 4"/>
          <p:cNvPicPr>
            <a:picLocks noChangeAspect="1"/>
          </p:cNvPicPr>
          <p:nvPr/>
        </p:nvPicPr>
        <p:blipFill>
          <a:blip r:embed="rId2"/>
          <a:stretch>
            <a:fillRect/>
          </a:stretch>
        </p:blipFill>
        <p:spPr>
          <a:xfrm>
            <a:off x="6503627" y="2685449"/>
            <a:ext cx="4843243" cy="2358189"/>
          </a:xfrm>
          <a:prstGeom prst="rect">
            <a:avLst/>
          </a:prstGeom>
        </p:spPr>
      </p:pic>
    </p:spTree>
    <p:extLst>
      <p:ext uri="{BB962C8B-B14F-4D97-AF65-F5344CB8AC3E}">
        <p14:creationId xmlns:p14="http://schemas.microsoft.com/office/powerpoint/2010/main" val="2423450982"/>
      </p:ext>
    </p:extLst>
  </p:cSld>
  <p:clrMapOvr>
    <a:masterClrMapping/>
  </p:clrMapOvr>
  <p:transition spd="slow">
    <p:push dir="u"/>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169</TotalTime>
  <Words>591</Words>
  <Application>Microsoft Office PowerPoint</Application>
  <PresentationFormat>Widescreen</PresentationFormat>
  <Paragraphs>43</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Century Gothic</vt:lpstr>
      <vt:lpstr>Wingdings 3</vt:lpstr>
      <vt:lpstr>Ion</vt:lpstr>
      <vt:lpstr>                  UNIVERSITY OF RWANDA</vt:lpstr>
      <vt:lpstr> Overview of my project “movie theater      booking system”</vt:lpstr>
      <vt:lpstr>PowerPoint Presentation</vt:lpstr>
      <vt:lpstr>    IF USER WANT TO SEE AVAILABLE MOVIE</vt:lpstr>
      <vt:lpstr>            IF USER WANT TO BOOK MOVIE</vt:lpstr>
      <vt:lpstr>         AFTER BOOKING MOVIE</vt:lpstr>
      <vt:lpstr>2nd choice of user</vt:lpstr>
      <vt:lpstr> IF USER WANT TO VIEW ALL MOVIE BOOKED</vt:lpstr>
      <vt:lpstr> UNDO LAST BOOKING MOVIE</vt:lpstr>
      <vt:lpstr>               EXIT FROM SYSTEM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Assignment DSA</dc:title>
  <dc:creator>Microsoft account</dc:creator>
  <cp:lastModifiedBy>Microsoft account</cp:lastModifiedBy>
  <cp:revision>47</cp:revision>
  <dcterms:created xsi:type="dcterms:W3CDTF">2024-11-27T21:49:15Z</dcterms:created>
  <dcterms:modified xsi:type="dcterms:W3CDTF">2024-12-19T16:22:41Z</dcterms:modified>
</cp:coreProperties>
</file>